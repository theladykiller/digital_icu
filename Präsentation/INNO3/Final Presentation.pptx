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599" autoAdjust="0"/>
  </p:normalViewPr>
  <p:slideViewPr>
    <p:cSldViewPr snapToGrid="0">
      <p:cViewPr varScale="1">
        <p:scale>
          <a:sx n="104" d="100"/>
          <a:sy n="104" d="100"/>
        </p:scale>
        <p:origin x="24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A2F9F-611E-4236-B778-810DE6A1624D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9561C-5C9B-48D1-927C-84A86ED2772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571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 </a:t>
            </a:r>
            <a:r>
              <a:rPr lang="en-GB" dirty="0" err="1"/>
              <a:t>zu</a:t>
            </a:r>
            <a:r>
              <a:rPr lang="en-GB" dirty="0"/>
              <a:t> 1 </a:t>
            </a:r>
            <a:r>
              <a:rPr lang="en-GB" dirty="0" err="1"/>
              <a:t>Proportionen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ICU des FH-</a:t>
            </a:r>
            <a:r>
              <a:rPr lang="en-GB" dirty="0" err="1"/>
              <a:t>Technikum</a:t>
            </a:r>
            <a:r>
              <a:rPr lang="en-GB" dirty="0"/>
              <a:t> Wien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9561C-5C9B-48D1-927C-84A86ED27728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4234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Start Knopf </a:t>
            </a:r>
            <a:r>
              <a:rPr lang="en-GB" dirty="0" err="1"/>
              <a:t>aktivieren</a:t>
            </a:r>
            <a:r>
              <a:rPr lang="en-GB" dirty="0"/>
              <a:t> / </a:t>
            </a:r>
            <a:r>
              <a:rPr lang="en-GB" dirty="0" err="1"/>
              <a:t>deaktivieren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Berührung</a:t>
            </a:r>
            <a:r>
              <a:rPr lang="en-GB" dirty="0"/>
              <a:t>.</a:t>
            </a:r>
          </a:p>
          <a:p>
            <a:endParaRPr lang="de-AT" dirty="0"/>
          </a:p>
          <a:p>
            <a:r>
              <a:rPr lang="de-AT" dirty="0"/>
              <a:t>Animation: Lungen werden größer und kleiner.</a:t>
            </a:r>
          </a:p>
          <a:p>
            <a:endParaRPr lang="de-AT" dirty="0"/>
          </a:p>
          <a:p>
            <a:r>
              <a:rPr lang="de-AT" dirty="0"/>
              <a:t>Sound: Klassischer Sound eines klinischen Beatmungsgerätes.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9561C-5C9B-48D1-927C-84A86ED27728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7732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Controller Knopf </a:t>
            </a:r>
            <a:r>
              <a:rPr lang="en-GB" dirty="0" err="1"/>
              <a:t>halten</a:t>
            </a:r>
            <a:r>
              <a:rPr lang="en-GB" dirty="0"/>
              <a:t> und auf </a:t>
            </a:r>
            <a:r>
              <a:rPr lang="en-GB" dirty="0" err="1"/>
              <a:t>einen</a:t>
            </a:r>
            <a:r>
              <a:rPr lang="en-GB" dirty="0"/>
              <a:t> der Griffe </a:t>
            </a:r>
            <a:r>
              <a:rPr lang="en-GB" dirty="0" err="1"/>
              <a:t>zeigen</a:t>
            </a:r>
            <a:r>
              <a:rPr lang="en-GB" dirty="0"/>
              <a:t> um Griff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nehmen</a:t>
            </a:r>
            <a:r>
              <a:rPr lang="en-GB" dirty="0"/>
              <a:t>. </a:t>
            </a:r>
          </a:p>
          <a:p>
            <a:r>
              <a:rPr lang="en-GB" dirty="0"/>
              <a:t>Controller Knopf </a:t>
            </a:r>
            <a:r>
              <a:rPr lang="en-GB" dirty="0" err="1"/>
              <a:t>einfach</a:t>
            </a:r>
            <a:r>
              <a:rPr lang="en-GB" dirty="0"/>
              <a:t> </a:t>
            </a:r>
            <a:r>
              <a:rPr lang="en-GB" dirty="0" err="1"/>
              <a:t>loslassen</a:t>
            </a:r>
            <a:r>
              <a:rPr lang="en-GB" dirty="0"/>
              <a:t> (egal wo) und Griffe </a:t>
            </a:r>
            <a:r>
              <a:rPr lang="en-GB" dirty="0" err="1"/>
              <a:t>gehen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Ausgangszustand</a:t>
            </a:r>
            <a:r>
              <a:rPr lang="en-GB" dirty="0"/>
              <a:t> </a:t>
            </a:r>
            <a:r>
              <a:rPr lang="en-GB" dirty="0" err="1"/>
              <a:t>zurück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Während</a:t>
            </a:r>
            <a:r>
              <a:rPr lang="en-GB" dirty="0"/>
              <a:t> man Griffe </a:t>
            </a:r>
            <a:r>
              <a:rPr lang="en-GB" dirty="0" err="1"/>
              <a:t>hält</a:t>
            </a:r>
            <a:r>
              <a:rPr lang="en-GB" dirty="0"/>
              <a:t>, </a:t>
            </a:r>
            <a:r>
              <a:rPr lang="en-GB" dirty="0" err="1"/>
              <a:t>werden</a:t>
            </a:r>
            <a:r>
              <a:rPr lang="en-GB" dirty="0"/>
              <a:t> Controller Visuals </a:t>
            </a:r>
            <a:r>
              <a:rPr lang="en-GB" dirty="0" err="1"/>
              <a:t>ausgeblendet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de-AT" dirty="0"/>
              <a:t>Interagiert mit </a:t>
            </a:r>
            <a:r>
              <a:rPr lang="de-AT" dirty="0" err="1"/>
              <a:t>Interactable</a:t>
            </a:r>
            <a:r>
              <a:rPr lang="de-AT" dirty="0"/>
              <a:t> 3 - Dead Dummy.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9561C-5C9B-48D1-927C-84A86ED27728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0111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Liegt</a:t>
            </a:r>
            <a:r>
              <a:rPr lang="en-GB" dirty="0"/>
              <a:t> tot am Boden.</a:t>
            </a:r>
          </a:p>
          <a:p>
            <a:endParaRPr lang="en-GB" dirty="0"/>
          </a:p>
          <a:p>
            <a:r>
              <a:rPr lang="en-GB" dirty="0"/>
              <a:t>Man muss </a:t>
            </a:r>
            <a:r>
              <a:rPr lang="en-GB" dirty="0" err="1"/>
              <a:t>beide</a:t>
            </a:r>
            <a:r>
              <a:rPr lang="en-GB" dirty="0"/>
              <a:t> Griffe des </a:t>
            </a:r>
            <a:r>
              <a:rPr lang="en-GB" dirty="0" err="1"/>
              <a:t>Defibrilators</a:t>
            </a:r>
            <a:r>
              <a:rPr lang="en-GB" dirty="0"/>
              <a:t> </a:t>
            </a:r>
            <a:r>
              <a:rPr lang="en-GB" dirty="0" err="1"/>
              <a:t>halten</a:t>
            </a:r>
            <a:r>
              <a:rPr lang="en-GB" dirty="0"/>
              <a:t> und den Dead Dummy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beiden</a:t>
            </a:r>
            <a:r>
              <a:rPr lang="en-GB" dirty="0"/>
              <a:t> Griffen </a:t>
            </a:r>
            <a:r>
              <a:rPr lang="en-GB" dirty="0" err="1"/>
              <a:t>berühren</a:t>
            </a:r>
            <a:r>
              <a:rPr lang="en-GB" dirty="0"/>
              <a:t> um </a:t>
            </a:r>
            <a:r>
              <a:rPr lang="en-GB" dirty="0" err="1"/>
              <a:t>ihn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Schocken.</a:t>
            </a:r>
          </a:p>
          <a:p>
            <a:endParaRPr lang="en-GB" dirty="0"/>
          </a:p>
          <a:p>
            <a:r>
              <a:rPr lang="en-GB" dirty="0"/>
              <a:t>Animation: Der Dead Dummy </a:t>
            </a:r>
            <a:r>
              <a:rPr lang="en-GB" dirty="0" err="1"/>
              <a:t>Bewegt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anschließend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würde</a:t>
            </a:r>
            <a:r>
              <a:rPr lang="en-GB" dirty="0"/>
              <a:t> er </a:t>
            </a:r>
            <a:r>
              <a:rPr lang="en-GB" dirty="0" err="1"/>
              <a:t>geschockt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Sound: Dabei </a:t>
            </a:r>
            <a:r>
              <a:rPr lang="en-GB" dirty="0" err="1"/>
              <a:t>hört</a:t>
            </a:r>
            <a:r>
              <a:rPr lang="en-GB" dirty="0"/>
              <a:t> man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de-AT" dirty="0"/>
              <a:t>klassischen Sound eines Defibrillators.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9561C-5C9B-48D1-927C-84A86ED27728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477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8980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508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9676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1132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252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206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500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700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658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2004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74785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2113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2205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68646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96716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0721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891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C15C98-010C-440D-9DE7-57F8D36732DB}" type="datetimeFigureOut">
              <a:rPr lang="de-AT" smtClean="0"/>
              <a:t>22.01.2026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541FE-E552-44AB-9FC8-7421358FE6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0509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E2777-2C5A-3097-0473-3D63E6E54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Digital ICU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B44B0A-BE7E-7749-0183-E1FDBDD89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Licina, Kment, Kiri, Plachetzky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2518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134821-5D8B-4373-BA74-CFE9AB35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65195F-79F5-4911-907D-13CB3F53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A610DC7-FE1B-47B9-8452-CFC38978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42ADC1-2286-40B7-A3C6-D6C3362F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78FBDC-78F2-4D49-8DB3-1A48CA9F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9A0934-0C2C-4565-9290-A345B19B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EE1B36-8EF2-43D4-82BF-DA560AF7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The Room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E56A7-2B14-4ABE-8DF3-40C07E64B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140D5101-D8FB-4102-A338-49651E97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3E26159-C029-4449-8912-A9B418CC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Inhaltsplatzhalter 4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074FE22-BC08-DAB4-22FD-57E694D23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643854" y="1085107"/>
            <a:ext cx="6270662" cy="468732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74410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134821-5D8B-4373-BA74-CFE9AB35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65195F-79F5-4911-907D-13CB3F53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A610DC7-FE1B-47B9-8452-CFC38978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42ADC1-2286-40B7-A3C6-D6C3362F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78FBDC-78F2-4D49-8DB3-1A48CA9F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9A0934-0C2C-4565-9290-A345B19B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EAAE14-B1A6-2351-A597-8E0921CF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51239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/>
              <a:t>Interactable 1 Ventilator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E56A7-2B14-4ABE-8DF3-40C07E64B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140D5101-D8FB-4102-A338-49651E97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3E26159-C029-4449-8912-A9B418CC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Inhaltsplatzhalter 4" descr="Ein Bild, das Badezimmer, Design, Im Haus enthält.&#10;&#10;KI-generierte Inhalte können fehlerhaft sein.">
            <a:extLst>
              <a:ext uri="{FF2B5EF4-FFF2-40B4-BE49-F238E27FC236}">
                <a16:creationId xmlns:a16="http://schemas.microsoft.com/office/drawing/2014/main" id="{24282AFB-71B7-9940-7223-07AC2808C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060690" y="647698"/>
            <a:ext cx="5436990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4078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134821-5D8B-4373-BA74-CFE9AB35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65195F-79F5-4911-907D-13CB3F53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A610DC7-FE1B-47B9-8452-CFC38978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42ADC1-2286-40B7-A3C6-D6C3362F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78FBDC-78F2-4D49-8DB3-1A48CA9F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9A0934-0C2C-4565-9290-A345B19B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C6C6EB-AC62-407E-FB24-5AE56F85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6" y="1325880"/>
            <a:ext cx="3498848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/>
              <a:t>Interactable 2 Defibrillator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E56A7-2B14-4ABE-8DF3-40C07E64B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140D5101-D8FB-4102-A338-49651E97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3E26159-C029-4449-8912-A9B418CC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Inhaltsplatzhalter 4" descr="Ein Bild, das Im Haus, Design enthält.&#10;&#10;KI-generierte Inhalte können fehlerhaft sein.">
            <a:extLst>
              <a:ext uri="{FF2B5EF4-FFF2-40B4-BE49-F238E27FC236}">
                <a16:creationId xmlns:a16="http://schemas.microsoft.com/office/drawing/2014/main" id="{8FA9AADB-A73F-7763-258C-CC72FEAC5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643854" y="1218359"/>
            <a:ext cx="6270662" cy="442081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7765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134821-5D8B-4373-BA74-CFE9AB35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65195F-79F5-4911-907D-13CB3F53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A610DC7-FE1B-47B9-8452-CFC38978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42ADC1-2286-40B7-A3C6-D6C3362F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78FBDC-78F2-4D49-8DB3-1A48CA9F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9A0934-0C2C-4565-9290-A345B19B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CA6870-8A20-3238-8259-5B4C6EA2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52594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/>
              <a:t>Interactable 3</a:t>
            </a:r>
            <a:br>
              <a:rPr lang="en-US" sz="3800" dirty="0"/>
            </a:br>
            <a:r>
              <a:rPr lang="en-US" sz="3800" dirty="0"/>
              <a:t>Dead Dummy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E56A7-2B14-4ABE-8DF3-40C07E64B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140D5101-D8FB-4102-A338-49651E97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3E26159-C029-4449-8912-A9B418CC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de-AT"/>
          </a:p>
        </p:txBody>
      </p:sp>
      <p:pic>
        <p:nvPicPr>
          <p:cNvPr id="5" name="Inhaltsplatzhalter 4" descr="Ein Bild, das Gelenk, Kunst enthält.&#10;&#10;KI-generierte Inhalte können fehlerhaft sein.">
            <a:extLst>
              <a:ext uri="{FF2B5EF4-FFF2-40B4-BE49-F238E27FC236}">
                <a16:creationId xmlns:a16="http://schemas.microsoft.com/office/drawing/2014/main" id="{62F9724C-4D91-BF8C-1AAF-73397A2F2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234506" y="647698"/>
            <a:ext cx="5089357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08663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156</Words>
  <Application>Microsoft Office PowerPoint</Application>
  <PresentationFormat>Breitbild</PresentationFormat>
  <Paragraphs>29</Paragraphs>
  <Slides>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Wingdings 3</vt:lpstr>
      <vt:lpstr>Ion</vt:lpstr>
      <vt:lpstr>Digital ICU</vt:lpstr>
      <vt:lpstr>The Room</vt:lpstr>
      <vt:lpstr>Interactable 1 Ventilator</vt:lpstr>
      <vt:lpstr>Interactable 2 Defibrillator</vt:lpstr>
      <vt:lpstr>Interactable 3 Dead Dummy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Nicolai Plachetzky</dc:creator>
  <cp:lastModifiedBy>Nicolai Plachetzky</cp:lastModifiedBy>
  <cp:revision>1</cp:revision>
  <dcterms:created xsi:type="dcterms:W3CDTF">2026-01-22T20:53:48Z</dcterms:created>
  <dcterms:modified xsi:type="dcterms:W3CDTF">2026-01-22T21:07:54Z</dcterms:modified>
</cp:coreProperties>
</file>