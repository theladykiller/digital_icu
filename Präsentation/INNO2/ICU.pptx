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B98EC9-07C5-458A-9C7B-346DAC325837}" v="13" dt="2025-06-09T11:20:10.6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i Plachetzky" userId="823c8b06-e4c9-469b-b821-a844d7744de1" providerId="ADAL" clId="{A4B98EC9-07C5-458A-9C7B-346DAC325837}"/>
    <pc:docChg chg="custSel modSld">
      <pc:chgData name="Nicolai Plachetzky" userId="823c8b06-e4c9-469b-b821-a844d7744de1" providerId="ADAL" clId="{A4B98EC9-07C5-458A-9C7B-346DAC325837}" dt="2025-06-09T11:20:24.887" v="74" actId="20577"/>
      <pc:docMkLst>
        <pc:docMk/>
      </pc:docMkLst>
      <pc:sldChg chg="modSp mod">
        <pc:chgData name="Nicolai Plachetzky" userId="823c8b06-e4c9-469b-b821-a844d7744de1" providerId="ADAL" clId="{A4B98EC9-07C5-458A-9C7B-346DAC325837}" dt="2025-06-09T11:18:45.560" v="37"/>
        <pc:sldMkLst>
          <pc:docMk/>
          <pc:sldMk cId="2479929058" sldId="257"/>
        </pc:sldMkLst>
        <pc:spChg chg="mod">
          <ac:chgData name="Nicolai Plachetzky" userId="823c8b06-e4c9-469b-b821-a844d7744de1" providerId="ADAL" clId="{A4B98EC9-07C5-458A-9C7B-346DAC325837}" dt="2025-06-09T11:18:45.560" v="37"/>
          <ac:spMkLst>
            <pc:docMk/>
            <pc:sldMk cId="2479929058" sldId="257"/>
            <ac:spMk id="2" creationId="{787202F3-2F37-8D2C-A32F-875AB89C6ABE}"/>
          </ac:spMkLst>
        </pc:spChg>
        <pc:spChg chg="mod">
          <ac:chgData name="Nicolai Plachetzky" userId="823c8b06-e4c9-469b-b821-a844d7744de1" providerId="ADAL" clId="{A4B98EC9-07C5-458A-9C7B-346DAC325837}" dt="2025-06-09T11:18:02.090" v="25" actId="20577"/>
          <ac:spMkLst>
            <pc:docMk/>
            <pc:sldMk cId="2479929058" sldId="257"/>
            <ac:spMk id="3" creationId="{5E86FDF4-8F44-822F-6BD0-D9EB39DCA58B}"/>
          </ac:spMkLst>
        </pc:spChg>
      </pc:sldChg>
      <pc:sldChg chg="modSp mod">
        <pc:chgData name="Nicolai Plachetzky" userId="823c8b06-e4c9-469b-b821-a844d7744de1" providerId="ADAL" clId="{A4B98EC9-07C5-458A-9C7B-346DAC325837}" dt="2025-06-09T11:19:24.556" v="47" actId="113"/>
        <pc:sldMkLst>
          <pc:docMk/>
          <pc:sldMk cId="2325398210" sldId="258"/>
        </pc:sldMkLst>
        <pc:spChg chg="mod">
          <ac:chgData name="Nicolai Plachetzky" userId="823c8b06-e4c9-469b-b821-a844d7744de1" providerId="ADAL" clId="{A4B98EC9-07C5-458A-9C7B-346DAC325837}" dt="2025-06-09T11:19:24.556" v="47" actId="113"/>
          <ac:spMkLst>
            <pc:docMk/>
            <pc:sldMk cId="2325398210" sldId="258"/>
            <ac:spMk id="2" creationId="{7631E128-ACA6-DAF7-8D32-19C3AD82AA97}"/>
          </ac:spMkLst>
        </pc:spChg>
        <pc:spChg chg="mod">
          <ac:chgData name="Nicolai Plachetzky" userId="823c8b06-e4c9-469b-b821-a844d7744de1" providerId="ADAL" clId="{A4B98EC9-07C5-458A-9C7B-346DAC325837}" dt="2025-06-09T11:18:22.331" v="34" actId="20577"/>
          <ac:spMkLst>
            <pc:docMk/>
            <pc:sldMk cId="2325398210" sldId="258"/>
            <ac:spMk id="3" creationId="{3D2F24AE-74B3-2675-0C4B-F09AA1028319}"/>
          </ac:spMkLst>
        </pc:spChg>
      </pc:sldChg>
      <pc:sldChg chg="modSp mod">
        <pc:chgData name="Nicolai Plachetzky" userId="823c8b06-e4c9-469b-b821-a844d7744de1" providerId="ADAL" clId="{A4B98EC9-07C5-458A-9C7B-346DAC325837}" dt="2025-06-09T11:19:21.844" v="46" actId="113"/>
        <pc:sldMkLst>
          <pc:docMk/>
          <pc:sldMk cId="3415829271" sldId="259"/>
        </pc:sldMkLst>
        <pc:spChg chg="mod">
          <ac:chgData name="Nicolai Plachetzky" userId="823c8b06-e4c9-469b-b821-a844d7744de1" providerId="ADAL" clId="{A4B98EC9-07C5-458A-9C7B-346DAC325837}" dt="2025-06-09T11:19:21.844" v="46" actId="113"/>
          <ac:spMkLst>
            <pc:docMk/>
            <pc:sldMk cId="3415829271" sldId="259"/>
            <ac:spMk id="2" creationId="{E9CC6D70-5502-26A7-A5AC-EB5417021D97}"/>
          </ac:spMkLst>
        </pc:spChg>
        <pc:spChg chg="mod">
          <ac:chgData name="Nicolai Plachetzky" userId="823c8b06-e4c9-469b-b821-a844d7744de1" providerId="ADAL" clId="{A4B98EC9-07C5-458A-9C7B-346DAC325837}" dt="2025-06-09T11:18:57.943" v="40" actId="5793"/>
          <ac:spMkLst>
            <pc:docMk/>
            <pc:sldMk cId="3415829271" sldId="259"/>
            <ac:spMk id="3" creationId="{8A08E336-9FBC-9286-440B-CABD466CBD32}"/>
          </ac:spMkLst>
        </pc:spChg>
      </pc:sldChg>
      <pc:sldChg chg="modSp mod">
        <pc:chgData name="Nicolai Plachetzky" userId="823c8b06-e4c9-469b-b821-a844d7744de1" providerId="ADAL" clId="{A4B98EC9-07C5-458A-9C7B-346DAC325837}" dt="2025-06-09T11:19:07.212" v="42" actId="5793"/>
        <pc:sldMkLst>
          <pc:docMk/>
          <pc:sldMk cId="787357189" sldId="260"/>
        </pc:sldMkLst>
        <pc:spChg chg="mod">
          <ac:chgData name="Nicolai Plachetzky" userId="823c8b06-e4c9-469b-b821-a844d7744de1" providerId="ADAL" clId="{A4B98EC9-07C5-458A-9C7B-346DAC325837}" dt="2025-06-09T11:19:07.212" v="42" actId="5793"/>
          <ac:spMkLst>
            <pc:docMk/>
            <pc:sldMk cId="787357189" sldId="260"/>
            <ac:spMk id="3" creationId="{EB4D58D8-261B-A64B-A97A-BAADF6FA94FC}"/>
          </ac:spMkLst>
        </pc:spChg>
      </pc:sldChg>
      <pc:sldChg chg="modSp mod">
        <pc:chgData name="Nicolai Plachetzky" userId="823c8b06-e4c9-469b-b821-a844d7744de1" providerId="ADAL" clId="{A4B98EC9-07C5-458A-9C7B-346DAC325837}" dt="2025-06-09T11:19:44.514" v="60" actId="20577"/>
        <pc:sldMkLst>
          <pc:docMk/>
          <pc:sldMk cId="3365958308" sldId="261"/>
        </pc:sldMkLst>
        <pc:spChg chg="mod">
          <ac:chgData name="Nicolai Plachetzky" userId="823c8b06-e4c9-469b-b821-a844d7744de1" providerId="ADAL" clId="{A4B98EC9-07C5-458A-9C7B-346DAC325837}" dt="2025-06-09T11:19:18.576" v="45" actId="113"/>
          <ac:spMkLst>
            <pc:docMk/>
            <pc:sldMk cId="3365958308" sldId="261"/>
            <ac:spMk id="2" creationId="{0CA6EC82-618A-54C5-818F-9918D013E4EA}"/>
          </ac:spMkLst>
        </pc:spChg>
        <pc:spChg chg="mod">
          <ac:chgData name="Nicolai Plachetzky" userId="823c8b06-e4c9-469b-b821-a844d7744de1" providerId="ADAL" clId="{A4B98EC9-07C5-458A-9C7B-346DAC325837}" dt="2025-06-09T11:19:44.514" v="60" actId="20577"/>
          <ac:spMkLst>
            <pc:docMk/>
            <pc:sldMk cId="3365958308" sldId="261"/>
            <ac:spMk id="3" creationId="{C0143F63-EC7D-A814-CA31-5DDAF9E3981F}"/>
          </ac:spMkLst>
        </pc:spChg>
      </pc:sldChg>
      <pc:sldChg chg="modSp mod">
        <pc:chgData name="Nicolai Plachetzky" userId="823c8b06-e4c9-469b-b821-a844d7744de1" providerId="ADAL" clId="{A4B98EC9-07C5-458A-9C7B-346DAC325837}" dt="2025-06-09T11:19:52.582" v="62" actId="5793"/>
        <pc:sldMkLst>
          <pc:docMk/>
          <pc:sldMk cId="5815522" sldId="263"/>
        </pc:sldMkLst>
        <pc:spChg chg="mod">
          <ac:chgData name="Nicolai Plachetzky" userId="823c8b06-e4c9-469b-b821-a844d7744de1" providerId="ADAL" clId="{A4B98EC9-07C5-458A-9C7B-346DAC325837}" dt="2025-06-09T11:19:52.582" v="62" actId="5793"/>
          <ac:spMkLst>
            <pc:docMk/>
            <pc:sldMk cId="5815522" sldId="263"/>
            <ac:spMk id="3" creationId="{2B39BAF0-FD4E-16EB-1FA4-41920AD4D482}"/>
          </ac:spMkLst>
        </pc:spChg>
      </pc:sldChg>
      <pc:sldChg chg="modSp mod">
        <pc:chgData name="Nicolai Plachetzky" userId="823c8b06-e4c9-469b-b821-a844d7744de1" providerId="ADAL" clId="{A4B98EC9-07C5-458A-9C7B-346DAC325837}" dt="2025-06-09T11:20:24.887" v="74" actId="20577"/>
        <pc:sldMkLst>
          <pc:docMk/>
          <pc:sldMk cId="288770198" sldId="264"/>
        </pc:sldMkLst>
        <pc:spChg chg="mod">
          <ac:chgData name="Nicolai Plachetzky" userId="823c8b06-e4c9-469b-b821-a844d7744de1" providerId="ADAL" clId="{A4B98EC9-07C5-458A-9C7B-346DAC325837}" dt="2025-06-09T11:20:00.999" v="65" actId="113"/>
          <ac:spMkLst>
            <pc:docMk/>
            <pc:sldMk cId="288770198" sldId="264"/>
            <ac:spMk id="2" creationId="{E660C683-322F-2B61-843B-2255DD409FEF}"/>
          </ac:spMkLst>
        </pc:spChg>
        <pc:spChg chg="mod">
          <ac:chgData name="Nicolai Plachetzky" userId="823c8b06-e4c9-469b-b821-a844d7744de1" providerId="ADAL" clId="{A4B98EC9-07C5-458A-9C7B-346DAC325837}" dt="2025-06-09T11:20:24.887" v="74" actId="20577"/>
          <ac:spMkLst>
            <pc:docMk/>
            <pc:sldMk cId="288770198" sldId="264"/>
            <ac:spMk id="3" creationId="{0AB8434B-E12D-323E-CF41-AB9B8FB3AA2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A75A-6904-47BE-A37B-C6B6B5AB2B35}" type="datetimeFigureOut">
              <a:rPr lang="de-AT" smtClean="0"/>
              <a:t>09.06.2025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6962-34CD-4D9D-8B73-E2240A9F108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73465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A75A-6904-47BE-A37B-C6B6B5AB2B35}" type="datetimeFigureOut">
              <a:rPr lang="de-AT" smtClean="0"/>
              <a:t>09.06.2025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6962-34CD-4D9D-8B73-E2240A9F108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81202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A75A-6904-47BE-A37B-C6B6B5AB2B35}" type="datetimeFigureOut">
              <a:rPr lang="de-AT" smtClean="0"/>
              <a:t>09.06.2025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6962-34CD-4D9D-8B73-E2240A9F108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55352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A75A-6904-47BE-A37B-C6B6B5AB2B35}" type="datetimeFigureOut">
              <a:rPr lang="de-AT" smtClean="0"/>
              <a:t>09.06.2025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6962-34CD-4D9D-8B73-E2240A9F108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46224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A75A-6904-47BE-A37B-C6B6B5AB2B35}" type="datetimeFigureOut">
              <a:rPr lang="de-AT" smtClean="0"/>
              <a:t>09.06.2025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6962-34CD-4D9D-8B73-E2240A9F108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8028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A75A-6904-47BE-A37B-C6B6B5AB2B35}" type="datetimeFigureOut">
              <a:rPr lang="de-AT" smtClean="0"/>
              <a:t>09.06.2025</a:t>
            </a:fld>
            <a:endParaRPr lang="de-AT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6962-34CD-4D9D-8B73-E2240A9F108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87744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A75A-6904-47BE-A37B-C6B6B5AB2B35}" type="datetimeFigureOut">
              <a:rPr lang="de-AT" smtClean="0"/>
              <a:t>09.06.2025</a:t>
            </a:fld>
            <a:endParaRPr lang="de-AT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6962-34CD-4D9D-8B73-E2240A9F108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13326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A75A-6904-47BE-A37B-C6B6B5AB2B35}" type="datetimeFigureOut">
              <a:rPr lang="de-AT" smtClean="0"/>
              <a:t>09.06.2025</a:t>
            </a:fld>
            <a:endParaRPr lang="de-AT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6962-34CD-4D9D-8B73-E2240A9F108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55086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A75A-6904-47BE-A37B-C6B6B5AB2B35}" type="datetimeFigureOut">
              <a:rPr lang="de-AT" smtClean="0"/>
              <a:t>09.06.2025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6962-34CD-4D9D-8B73-E2240A9F108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49351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A75A-6904-47BE-A37B-C6B6B5AB2B35}" type="datetimeFigureOut">
              <a:rPr lang="de-AT" smtClean="0"/>
              <a:t>09.06.2025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6962-34CD-4D9D-8B73-E2240A9F108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71308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A75A-6904-47BE-A37B-C6B6B5AB2B35}" type="datetimeFigureOut">
              <a:rPr lang="de-AT" smtClean="0"/>
              <a:t>09.06.2025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6962-34CD-4D9D-8B73-E2240A9F108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497910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A75A-6904-47BE-A37B-C6B6B5AB2B35}" type="datetimeFigureOut">
              <a:rPr lang="de-AT" smtClean="0"/>
              <a:t>09.06.2025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6962-34CD-4D9D-8B73-E2240A9F1081}" type="slidenum">
              <a:rPr lang="de-AT" smtClean="0"/>
              <a:t>‹Nr.›</a:t>
            </a:fld>
            <a:endParaRPr lang="de-AT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5434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A75A-6904-47BE-A37B-C6B6B5AB2B35}" type="datetimeFigureOut">
              <a:rPr lang="de-AT" smtClean="0"/>
              <a:t>09.06.2025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6962-34CD-4D9D-8B73-E2240A9F108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651745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A75A-6904-47BE-A37B-C6B6B5AB2B35}" type="datetimeFigureOut">
              <a:rPr lang="de-AT" smtClean="0"/>
              <a:t>09.06.2025</a:t>
            </a:fld>
            <a:endParaRPr lang="de-A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6962-34CD-4D9D-8B73-E2240A9F108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884363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A75A-6904-47BE-A37B-C6B6B5AB2B35}" type="datetimeFigureOut">
              <a:rPr lang="de-AT" smtClean="0"/>
              <a:t>09.06.2025</a:t>
            </a:fld>
            <a:endParaRPr lang="de-A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6962-34CD-4D9D-8B73-E2240A9F108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646464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A75A-6904-47BE-A37B-C6B6B5AB2B35}" type="datetimeFigureOut">
              <a:rPr lang="de-AT" smtClean="0"/>
              <a:t>09.06.2025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6962-34CD-4D9D-8B73-E2240A9F108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312200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A75A-6904-47BE-A37B-C6B6B5AB2B35}" type="datetimeFigureOut">
              <a:rPr lang="de-AT" smtClean="0"/>
              <a:t>09.06.2025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6962-34CD-4D9D-8B73-E2240A9F108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66363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80BA75A-6904-47BE-A37B-C6B6B5AB2B35}" type="datetimeFigureOut">
              <a:rPr lang="de-AT" smtClean="0"/>
              <a:t>09.06.2025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E6962-34CD-4D9D-8B73-E2240A9F108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819154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078897DD-A7C4-F20F-07B5-5440874640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10666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D9DE25E-479C-73C3-F2D1-02373959C0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de-DE" noProof="0" dirty="0">
                <a:solidFill>
                  <a:srgbClr val="FFFFFF"/>
                </a:solidFill>
              </a:rPr>
              <a:t>INNO2-ICU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A3FA6E3-EBCA-07D6-D06B-76C945DF4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8949179" cy="1098395"/>
          </a:xfrm>
        </p:spPr>
        <p:txBody>
          <a:bodyPr>
            <a:normAutofit/>
          </a:bodyPr>
          <a:lstStyle/>
          <a:p>
            <a:r>
              <a:rPr lang="de-DE" noProof="0" dirty="0"/>
              <a:t>Plachetzky Nicolai, Mohamed Nasr, </a:t>
            </a:r>
            <a:r>
              <a:rPr lang="de-DE" noProof="0" dirty="0" err="1"/>
              <a:t>Licina</a:t>
            </a:r>
            <a:r>
              <a:rPr lang="de-DE" noProof="0" dirty="0"/>
              <a:t> Edin, </a:t>
            </a:r>
            <a:r>
              <a:rPr lang="de-DE" noProof="0" dirty="0" err="1"/>
              <a:t>Kment</a:t>
            </a:r>
            <a:r>
              <a:rPr lang="de-DE" noProof="0" dirty="0"/>
              <a:t> Nicolas, Kiri </a:t>
            </a:r>
            <a:r>
              <a:rPr lang="de-DE" noProof="0" dirty="0" err="1"/>
              <a:t>Nertil</a:t>
            </a:r>
            <a:endParaRPr lang="de-DE" noProof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72608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7202F3-2F37-8D2C-A32F-875AB89C6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1450259"/>
            <a:ext cx="3753599" cy="1442153"/>
          </a:xfrm>
        </p:spPr>
        <p:txBody>
          <a:bodyPr>
            <a:normAutofit/>
          </a:bodyPr>
          <a:lstStyle/>
          <a:p>
            <a:r>
              <a:rPr lang="de-AT" sz="3600" dirty="0"/>
              <a:t>Goal</a:t>
            </a:r>
            <a:endParaRPr lang="de-DE" sz="3600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86FDF4-8F44-822F-6BD0-D9EB39DCA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3072386"/>
            <a:ext cx="4274496" cy="32116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/>
              <a:t>To create an immersive environment for the ICU (Intensive Care Unit) of the FH-</a:t>
            </a:r>
            <a:r>
              <a:rPr lang="en-GB" sz="1800" dirty="0" err="1"/>
              <a:t>Technikum</a:t>
            </a:r>
            <a:r>
              <a:rPr lang="en-GB" sz="1800" dirty="0"/>
              <a:t> in VR… </a:t>
            </a:r>
          </a:p>
          <a:p>
            <a:pPr marL="0" indent="0">
              <a:buNone/>
            </a:pPr>
            <a:r>
              <a:rPr lang="en-GB" sz="1800" dirty="0"/>
              <a:t>Certain simulations should be possible.</a:t>
            </a:r>
            <a:endParaRPr lang="de-DE" sz="1800" noProof="0" dirty="0"/>
          </a:p>
          <a:p>
            <a:pPr marL="0" indent="0">
              <a:buNone/>
            </a:pPr>
            <a:r>
              <a:rPr lang="de-DE" sz="1800" noProof="0" dirty="0"/>
              <a:t>Focus:</a:t>
            </a:r>
          </a:p>
          <a:p>
            <a:r>
              <a:rPr lang="de-DE" sz="1800" noProof="0" dirty="0"/>
              <a:t>Ventilator</a:t>
            </a:r>
          </a:p>
          <a:p>
            <a:r>
              <a:rPr lang="de-DE" sz="1800" noProof="0" dirty="0"/>
              <a:t>Defibrillator</a:t>
            </a:r>
          </a:p>
        </p:txBody>
      </p:sp>
      <p:pic>
        <p:nvPicPr>
          <p:cNvPr id="5" name="Grafik 4" descr="Ein Bild, das Wand, Im Haus, Whiteboard, Text enthält.&#10;&#10;KI-generierte Inhalte können fehlerhaft sein.">
            <a:extLst>
              <a:ext uri="{FF2B5EF4-FFF2-40B4-BE49-F238E27FC236}">
                <a16:creationId xmlns:a16="http://schemas.microsoft.com/office/drawing/2014/main" id="{D5A348BA-BF45-6328-9C60-03402E721A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" r="-3" b="-3"/>
          <a:stretch>
            <a:fillRect/>
          </a:stretch>
        </p:blipFill>
        <p:spPr>
          <a:xfrm>
            <a:off x="4922197" y="1447799"/>
            <a:ext cx="6869265" cy="483626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79929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31E128-ACA6-DAF7-8D32-19C3AD82A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911" y="629266"/>
            <a:ext cx="4166510" cy="1622321"/>
          </a:xfrm>
        </p:spPr>
        <p:txBody>
          <a:bodyPr>
            <a:normAutofit/>
          </a:bodyPr>
          <a:lstStyle/>
          <a:p>
            <a:r>
              <a:rPr lang="de-AT" dirty="0" err="1"/>
              <a:t>Current</a:t>
            </a:r>
            <a:r>
              <a:rPr lang="de-AT" dirty="0"/>
              <a:t> Status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2F24AE-74B3-2675-0C4B-F09AA10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911" y="2443315"/>
            <a:ext cx="3865097" cy="3785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Room + furniture &amp; defibrillator + ventilator        are in real proportions and have appropriate colours.</a:t>
            </a:r>
            <a:endParaRPr lang="de-DE" noProof="0" dirty="0"/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1288C528-6850-4309-8D5E-276D46744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3C4BF2-CE85-4725-91F5-903A0C2535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3992" y="0"/>
            <a:ext cx="60984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F7E85553-125B-468C-B123-443207482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450577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C036E4D-0AB0-E316-1087-F9E29A15FA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26"/>
          <a:stretch>
            <a:fillRect/>
          </a:stretch>
        </p:blipFill>
        <p:spPr>
          <a:xfrm>
            <a:off x="5678359" y="1538700"/>
            <a:ext cx="6286424" cy="3947700"/>
          </a:xfrm>
          <a:prstGeom prst="rect">
            <a:avLst/>
          </a:prstGeom>
          <a:effectLst/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1DE0CAB-0099-47AE-8A9D-F0C808666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25398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CC6D70-5502-26A7-A5AC-EB5417021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669" y="629266"/>
            <a:ext cx="3330328" cy="1641986"/>
          </a:xfrm>
        </p:spPr>
        <p:txBody>
          <a:bodyPr>
            <a:normAutofit/>
          </a:bodyPr>
          <a:lstStyle/>
          <a:p>
            <a:r>
              <a:rPr lang="de-AT" dirty="0"/>
              <a:t>Grabbing</a:t>
            </a:r>
            <a:br>
              <a:rPr lang="de-AT" dirty="0"/>
            </a:br>
            <a:endParaRPr lang="de-DE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241947D-6DC0-996B-B66D-5A52414DF3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076" r="8190"/>
          <a:stretch>
            <a:fillRect/>
          </a:stretch>
        </p:blipFill>
        <p:spPr>
          <a:xfrm>
            <a:off x="4634680" y="10"/>
            <a:ext cx="756013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6D1B57-10C5-4A11-968D-5EF04F324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08E336-9FBC-9286-440B-CABD466CB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669" y="2438400"/>
            <a:ext cx="3330328" cy="3809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Objects can be picked up and moved.</a:t>
            </a:r>
          </a:p>
        </p:txBody>
      </p:sp>
    </p:spTree>
    <p:extLst>
      <p:ext uri="{BB962C8B-B14F-4D97-AF65-F5344CB8AC3E}">
        <p14:creationId xmlns:p14="http://schemas.microsoft.com/office/powerpoint/2010/main" val="3415829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AA9131-636B-4CAC-A6CC-68CBCFDCE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9252154" cy="1223983"/>
          </a:xfrm>
        </p:spPr>
        <p:txBody>
          <a:bodyPr>
            <a:normAutofit/>
          </a:bodyPr>
          <a:lstStyle/>
          <a:p>
            <a:r>
              <a:rPr lang="de-DE" noProof="0" dirty="0"/>
              <a:t>Defibrillator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4D58D8-261B-A64B-A97A-BAADF6FA9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1" y="2052214"/>
            <a:ext cx="4338409" cy="41961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Currently only as a movable object.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D934193-6B87-7629-9D04-3E7E743ABA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59"/>
          <a:stretch>
            <a:fillRect/>
          </a:stretch>
        </p:blipFill>
        <p:spPr>
          <a:xfrm>
            <a:off x="6091916" y="2052213"/>
            <a:ext cx="5451627" cy="419618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7357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A6EC82-618A-54C5-818F-9918D013E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9266"/>
            <a:ext cx="4634679" cy="1641986"/>
          </a:xfrm>
        </p:spPr>
        <p:txBody>
          <a:bodyPr>
            <a:normAutofit/>
          </a:bodyPr>
          <a:lstStyle/>
          <a:p>
            <a:r>
              <a:rPr lang="de-AT" dirty="0"/>
              <a:t>Ventilator</a:t>
            </a:r>
            <a:endParaRPr lang="de-DE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3A9650C-7765-8642-2F6F-1A7AC46949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264" b="-2"/>
          <a:stretch>
            <a:fillRect/>
          </a:stretch>
        </p:blipFill>
        <p:spPr>
          <a:xfrm>
            <a:off x="4634680" y="10"/>
            <a:ext cx="756013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6D1B57-10C5-4A11-968D-5EF04F324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143F63-EC7D-A814-CA31-5DDAF9E39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669" y="2438400"/>
            <a:ext cx="3330328" cy="3809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Finished! </a:t>
            </a:r>
          </a:p>
          <a:p>
            <a:pPr marL="0" indent="0">
              <a:buNone/>
            </a:pPr>
            <a:r>
              <a:rPr lang="en-GB" dirty="0"/>
              <a:t>Starts and stops the simulation at the push of a button</a:t>
            </a:r>
          </a:p>
          <a:p>
            <a:pPr marL="0" indent="0">
              <a:buNone/>
            </a:pP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dirty="0"/>
              <a:t>Next slide.</a:t>
            </a:r>
          </a:p>
        </p:txBody>
      </p:sp>
    </p:spTree>
    <p:extLst>
      <p:ext uri="{BB962C8B-B14F-4D97-AF65-F5344CB8AC3E}">
        <p14:creationId xmlns:p14="http://schemas.microsoft.com/office/powerpoint/2010/main" val="3365958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56BC1E-1075-B1EA-4141-84A8B9440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39BAF0-FD4E-16EB-1FA4-41920AD4D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603131"/>
            <a:ext cx="12191999" cy="1254869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Lungs expand and contract... Better visible in the video.</a:t>
            </a:r>
          </a:p>
        </p:txBody>
      </p:sp>
      <p:pic>
        <p:nvPicPr>
          <p:cNvPr id="4" name="Inhaltsplatzhalter 14">
            <a:extLst>
              <a:ext uri="{FF2B5EF4-FFF2-40B4-BE49-F238E27FC236}">
                <a16:creationId xmlns:a16="http://schemas.microsoft.com/office/drawing/2014/main" id="{96EFFADC-DB19-4D0D-6550-90570DB83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36761" cy="560313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6DD3D0D-7DA7-0A2B-F562-9E308DC3D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3460" y="-1"/>
            <a:ext cx="6057439" cy="5603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5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60C683-322F-2B61-843B-2255DD409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de-AT" dirty="0"/>
              <a:t>Performance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B8434B-E12D-323E-CF41-AB9B8FB3A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4658360" cy="3785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APK runs directly on the VR headset.</a:t>
            </a:r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Runs consistently at </a:t>
            </a:r>
            <a:r>
              <a:rPr lang="en-GB"/>
              <a:t>maximum FPS </a:t>
            </a:r>
            <a:r>
              <a:rPr lang="en-GB" dirty="0"/>
              <a:t>(with a slight frame drop).</a:t>
            </a: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1288C528-6850-4309-8D5E-276D46744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3C4BF2-CE85-4725-91F5-903A0C2535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3992" y="0"/>
            <a:ext cx="60984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F7E85553-125B-468C-B123-443207482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450577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F9B2D39-8024-4DD7-8450-B38169FFE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992" y="1921288"/>
            <a:ext cx="5449889" cy="3015420"/>
          </a:xfrm>
          <a:prstGeom prst="rect">
            <a:avLst/>
          </a:prstGeom>
          <a:effectLst/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1DE0CAB-0099-47AE-8A9D-F0C808666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87701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132</Words>
  <Application>Microsoft Office PowerPoint</Application>
  <PresentationFormat>Breitbild</PresentationFormat>
  <Paragraphs>22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Wingdings</vt:lpstr>
      <vt:lpstr>Wingdings 3</vt:lpstr>
      <vt:lpstr>Ion</vt:lpstr>
      <vt:lpstr>INNO2-ICU</vt:lpstr>
      <vt:lpstr>Goal</vt:lpstr>
      <vt:lpstr>Current Status</vt:lpstr>
      <vt:lpstr>Grabbing </vt:lpstr>
      <vt:lpstr>Defibrillator</vt:lpstr>
      <vt:lpstr>Ventilator</vt:lpstr>
      <vt:lpstr>PowerPoint-Präsentation</vt:lpstr>
      <vt:lpstr>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Nicolai Plachetzky</dc:creator>
  <cp:lastModifiedBy>Nicolai Plachetzky</cp:lastModifiedBy>
  <cp:revision>1</cp:revision>
  <dcterms:created xsi:type="dcterms:W3CDTF">2025-06-09T10:44:36Z</dcterms:created>
  <dcterms:modified xsi:type="dcterms:W3CDTF">2025-06-09T11:20:28Z</dcterms:modified>
</cp:coreProperties>
</file>